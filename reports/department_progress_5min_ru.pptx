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400"/>
            </a:pPr>
            <a:r>
              <a:t>Кафедральный progress report по диплому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Тема: суррогатное моделирование низкоэнергетического спектра 2D квантовых точек</a:t>
            </a:r>
          </a:p>
          <a:p>
            <a:pPr>
              <a:defRPr sz="1800"/>
            </a:pPr>
            <a:r>
              <a:t>Студент: Aliaksandr Alvinski</a:t>
            </a:r>
          </a:p>
          <a:p>
            <a:pPr>
              <a:defRPr sz="1800"/>
            </a:pPr>
            <a:r>
              <a:t>Цель этапа: получить методически корректный и воспроизводимый baseline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Валидация: прямоугольная квантовая точка (benchmark)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955" y="1737995"/>
            <a:ext cx="45720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Прямоугольный случай использован как контрольная валидация, а не как новизна.</a:t>
            </a:r>
          </a:p>
          <a:p>
            <a:pPr>
              <a:defRPr sz="1800"/>
            </a:pPr>
            <a:r>
              <a:t>Сравнение Kwant с точным дискретным TB-решением по E0..E3.</a:t>
            </a:r>
          </a:p>
          <a:p>
            <a:pPr>
              <a:defRPr sz="1800"/>
            </a:pPr>
            <a:r>
              <a:t>Ключевое число: max |E_kwant - E_exact_tb| ≈ 6.88e-14.</a:t>
            </a:r>
          </a:p>
          <a:p>
            <a:pPr>
              <a:defRPr sz="1800"/>
            </a:pPr>
            <a:r>
              <a:t>Вывод: численный пайплайн и энергетическая конвенция подтверждены.</a:t>
            </a:r>
          </a:p>
        </p:txBody>
      </p:sp>
      <p:pic>
        <p:nvPicPr>
          <p:cNvPr id="4" name="Picture 3" descr="benchmark_rect_valid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300" y="3228975"/>
            <a:ext cx="7315200" cy="29802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Аудит дискретизации: почему не continuous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3695" y="1717040"/>
            <a:ext cx="45720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В sanity-аудите отслеживались E0..E3(n) и N_sites(n).</a:t>
            </a:r>
          </a:p>
          <a:p>
            <a:pPr>
              <a:defRPr sz="1800"/>
            </a:pPr>
            <a:r>
              <a:t>При непрерывном n видны лестничные изменения N_sites и негладкость отклика.</a:t>
            </a:r>
          </a:p>
          <a:p>
            <a:pPr>
              <a:defRPr sz="1800"/>
            </a:pPr>
            <a:r>
              <a:t>Риск: смешение физического тренда и артефактов сеточной дискретизации.</a:t>
            </a:r>
          </a:p>
          <a:p>
            <a:pPr>
              <a:defRPr sz="1800"/>
            </a:pPr>
            <a:r>
              <a:t>Решение: continuous-n как главная регрессионная ось отклонен.</a:t>
            </a:r>
          </a:p>
        </p:txBody>
      </p:sp>
      <p:pic>
        <p:nvPicPr>
          <p:cNvPr id="4" name="Picture 3" descr="outpu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025" y="3621405"/>
            <a:ext cx="7315200" cy="27070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Основная ветка: фиксированные дискретные классы формы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614170"/>
            <a:ext cx="4315460" cy="250634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800"/>
            </a:pPr>
            <a:r>
              <a:t>Принята схема фиксированных классов: n = 1.2, 2.0, 3.0, 4.0.</a:t>
            </a:r>
          </a:p>
          <a:p>
            <a:pPr>
              <a:defRPr sz="1800"/>
            </a:pPr>
            <a:r>
              <a:t>Собран dense dataset: 140 образцов (5 a × 7 aspect_ratio × 4 n).</a:t>
            </a:r>
          </a:p>
          <a:p>
            <a:pPr>
              <a:defRPr sz="1800"/>
            </a:pPr>
            <a:r>
              <a:t>Внутри фиксированных классов зависимость по геометрическим параметрам стала гладкой.</a:t>
            </a:r>
          </a:p>
          <a:p>
            <a:pPr>
              <a:defRPr sz="1800"/>
            </a:pPr>
            <a:r>
              <a:t>Данные пригодны для консервативного baseline-моделирования.</a:t>
            </a:r>
          </a:p>
        </p:txBody>
      </p:sp>
      <p:pic>
        <p:nvPicPr>
          <p:cNvPr id="4" name="Picture 3" descr="22232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180080"/>
            <a:ext cx="7315200" cy="28354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 результаты: stress test + physics-informed 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5486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Главный вывод: физически мотивированные признаки важнее роста сложности модели.</a:t>
            </a:r>
          </a:p>
          <a:p>
            <a:pPr>
              <a:defRPr sz="1700"/>
            </a:pPr>
            <a:r>
              <a:t>06c (winner matrix): Set C лучший для E0; Set B чаще лучший для dE1 и dE3.</a:t>
            </a:r>
          </a:p>
          <a:p>
            <a:pPr>
              <a:defRPr sz="1700"/>
            </a:pPr>
            <a:r>
              <a:t>dE2 оставлен как диагностический канал, не как headline-критерий успеха.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743200"/>
          <a:ext cx="5669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Цель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LOAO MAE (по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Комментарий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7.10e-04 .. 1.10e-03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Стабильно низкая ошибка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8.25e-04 .. 1.36e-03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Рабочая цель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1.19e-03 .. 1.35e-03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Сложнее, но контролируемо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Только диагностика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18872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800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Таргет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Лучший набор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Источник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Set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06c winner matrix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06c winner matrix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06c winner matrix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Статус и ближайший шаг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Что завершено: benchmark-валидация прямоугольного случая и переход на дискретные классы n.</a:t>
            </a:r>
          </a:p>
          <a:p>
            <a:pPr>
              <a:defRPr sz="2000"/>
            </a:pPr>
            <a:r>
              <a:t>Что завершено: dense discrete-n dataset (140) и консервативный physics-informed Ridge baseline.</a:t>
            </a:r>
          </a:p>
          <a:p>
            <a:pPr>
              <a:defRPr sz="2000"/>
            </a:pPr>
            <a:r>
              <a:t>Ограничения зафиксированы явно: dE2 диагностический; без обещаний по MLP.</a:t>
            </a:r>
          </a:p>
          <a:p>
            <a:pPr>
              <a:defRPr sz="2000"/>
            </a:pPr>
            <a:r>
              <a:t>Ближайший шаг: оформить baseline-раздел (метод, границы применимости, ограничения) и перейти к следующему этапу в том же консервативном протоколе.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2136</Words>
  <Application>WPS Presentation</Application>
  <PresentationFormat>On-screen Show (4:3)</PresentationFormat>
  <Paragraphs>94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Кафедральный progress report по диплому</vt:lpstr>
      <vt:lpstr>Валидация: прямоугольная квантовая точка (benchmark)</vt:lpstr>
      <vt:lpstr>Аудит дискретизации: почему не continuous n</vt:lpstr>
      <vt:lpstr>Основная ветка: фиксированные дискретные классы формы</vt:lpstr>
      <vt:lpstr>Baseline результаты: stress test + physics-informed ablation</vt:lpstr>
      <vt:lpstr>Статус и ближайший шаг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lalad</cp:lastModifiedBy>
  <cp:revision>2</cp:revision>
  <dcterms:created xsi:type="dcterms:W3CDTF">2013-01-27T09:14:00Z</dcterms:created>
  <dcterms:modified xsi:type="dcterms:W3CDTF">2026-04-14T21:05:22Z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0F17815A5A2D438D9C6D840F883CCA47_12</vt:lpwstr>
  </property>
  <property fmtid="{D5CDD505-2E9C-101B-9397-08002B2CF9AE}" pid="3" name="KSOProductBuildVer">
    <vt:lpwstr>1049-12.2.0.23197</vt:lpwstr>
  </property>
</Properties>
</file>